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</p:sldIdLst>
  <p:sldSz cx="9144000" cy="6858000" type="screen4x3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740" y="-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516624"/>
            <a:ext cx="7315200" cy="2595025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it-IT" smtClean="0"/>
              <a:t>Fare clic per modificare lo stile del titolo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5166530"/>
            <a:ext cx="7315200" cy="1144632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smtClean="0"/>
              <a:t>Fare clic per modificare lo stile del sottotitolo dello schema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19/11/2025</a:t>
            </a:fld>
            <a:endParaRPr lang="it-IT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19/11/2025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017572"/>
            <a:ext cx="7315200" cy="1293592"/>
          </a:xfrm>
        </p:spPr>
        <p:txBody>
          <a:bodyPr anchor="t"/>
          <a:lstStyle>
            <a:lvl1pPr algn="l">
              <a:defRPr sz="40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3865097"/>
            <a:ext cx="7315200" cy="109843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19/11/2025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19/11/2025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914400" y="1544715"/>
            <a:ext cx="7315200" cy="1154097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914400" y="2743200"/>
            <a:ext cx="3566160" cy="3593592"/>
          </a:xfrm>
        </p:spPr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81728" y="2743200"/>
            <a:ext cx="3566160" cy="3595687"/>
          </a:xfrm>
        </p:spPr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6348" y="2743200"/>
            <a:ext cx="3364992" cy="621792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5144" y="2743200"/>
            <a:ext cx="3362062" cy="621792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19/11/2025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914400" y="1544715"/>
            <a:ext cx="7315200" cy="1154097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914400" y="3383280"/>
            <a:ext cx="3566160" cy="2953512"/>
          </a:xfrm>
        </p:spPr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4681727" y="3383280"/>
            <a:ext cx="3566160" cy="2953512"/>
          </a:xfrm>
        </p:spPr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19/11/2025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19/11/2025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825362"/>
            <a:ext cx="2950936" cy="2173015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21752" y="1826709"/>
            <a:ext cx="4207848" cy="4476614"/>
          </a:xfrm>
        </p:spPr>
        <p:txBody>
          <a:bodyPr anchor="ctr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4061095"/>
            <a:ext cx="2950936" cy="22453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19/11/2025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828800"/>
            <a:ext cx="2953512" cy="2176272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1000" y="2286000"/>
            <a:ext cx="4038600" cy="3352800"/>
          </a:xfrm>
          <a:solidFill>
            <a:schemeClr val="accent2"/>
          </a:solidFill>
          <a:ln w="12700">
            <a:noFill/>
          </a:ln>
          <a:effectLst>
            <a:reflection blurRad="12700" stA="30000" endPos="30000" dist="31750" dir="5400000" sy="-100000" algn="bl" rotWithShape="0"/>
          </a:effectLst>
          <a:scene3d>
            <a:camera prst="perspectiveRight" fov="2700000">
              <a:rot lat="240000" lon="900000" rev="0"/>
            </a:camera>
            <a:lightRig rig="threePt" dir="t">
              <a:rot lat="0" lon="0" rev="2700000"/>
            </a:lightRig>
          </a:scene3d>
          <a:sp3d/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 smtClean="0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4059936"/>
            <a:ext cx="2953512" cy="224942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19/11/2025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19/11/2025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48400" y="1826709"/>
            <a:ext cx="1492499" cy="4484454"/>
          </a:xfrm>
        </p:spPr>
        <p:txBody>
          <a:bodyPr vert="eaVert"/>
          <a:lstStyle/>
          <a:p>
            <a:r>
              <a:rPr lang="it-IT" smtClean="0"/>
              <a:t>Fare clic per modificare lo stile del titolo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4524" y="1826709"/>
            <a:ext cx="5241476" cy="4484454"/>
          </a:xfrm>
        </p:spPr>
        <p:txBody>
          <a:bodyPr vert="eaVert"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19/11/2025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8435268" y="573807"/>
            <a:ext cx="86236" cy="5723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569419" y="573807"/>
            <a:ext cx="576072" cy="5723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4400" y="1544715"/>
            <a:ext cx="7315200" cy="11540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2769833"/>
            <a:ext cx="7315200" cy="35395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07690" y="548797"/>
            <a:ext cx="1189132" cy="2979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3C3F2CCA-C924-4F2B-BC64-D820A5D0C245}" type="datetimeFigureOut">
              <a:rPr lang="it-IT" smtClean="0"/>
              <a:t>19/11/2025</a:t>
            </a:fld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314415" y="548797"/>
            <a:ext cx="941203" cy="3017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08688" y="855956"/>
            <a:ext cx="2246489" cy="301227"/>
          </a:xfrm>
          <a:prstGeom prst="rect">
            <a:avLst/>
          </a:prstGeom>
        </p:spPr>
        <p:txBody>
          <a:bodyPr vert="horz" lIns="91440" tIns="0" rIns="91440" bIns="45720" rtlCol="0" anchor="t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it-IT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ttangolo arrotondato 31"/>
          <p:cNvSpPr/>
          <p:nvPr/>
        </p:nvSpPr>
        <p:spPr>
          <a:xfrm rot="-2940000">
            <a:off x="1047207" y="3135749"/>
            <a:ext cx="1980220" cy="4320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5" name="Rettangolo arrotondato 34"/>
          <p:cNvSpPr/>
          <p:nvPr/>
        </p:nvSpPr>
        <p:spPr>
          <a:xfrm rot="-2940000">
            <a:off x="2048879" y="3506649"/>
            <a:ext cx="2093630" cy="73720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Nuvola 6"/>
          <p:cNvSpPr/>
          <p:nvPr/>
        </p:nvSpPr>
        <p:spPr>
          <a:xfrm>
            <a:off x="2917154" y="844186"/>
            <a:ext cx="3047460" cy="2084373"/>
          </a:xfrm>
          <a:prstGeom prst="clou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/>
          <p:cNvSpPr/>
          <p:nvPr/>
        </p:nvSpPr>
        <p:spPr>
          <a:xfrm>
            <a:off x="415574" y="4642178"/>
            <a:ext cx="1584176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smtClean="0"/>
              <a:t>Client MQTT</a:t>
            </a:r>
            <a:endParaRPr lang="it-IT" dirty="0"/>
          </a:p>
        </p:txBody>
      </p:sp>
      <p:sp>
        <p:nvSpPr>
          <p:cNvPr id="6" name="Rettangolo 5"/>
          <p:cNvSpPr/>
          <p:nvPr/>
        </p:nvSpPr>
        <p:spPr>
          <a:xfrm>
            <a:off x="7054796" y="4584587"/>
            <a:ext cx="1584176" cy="10978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cxnSp>
        <p:nvCxnSpPr>
          <p:cNvPr id="15" name="Connettore 2 14"/>
          <p:cNvCxnSpPr/>
          <p:nvPr/>
        </p:nvCxnSpPr>
        <p:spPr>
          <a:xfrm flipH="1">
            <a:off x="2209280" y="3018938"/>
            <a:ext cx="1604385" cy="1848648"/>
          </a:xfrm>
          <a:prstGeom prst="straightConnector1">
            <a:avLst/>
          </a:prstGeom>
          <a:ln w="158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2 8"/>
          <p:cNvCxnSpPr/>
          <p:nvPr/>
        </p:nvCxnSpPr>
        <p:spPr>
          <a:xfrm flipV="1">
            <a:off x="1056367" y="2282783"/>
            <a:ext cx="1871043" cy="2204547"/>
          </a:xfrm>
          <a:prstGeom prst="straightConnector1">
            <a:avLst/>
          </a:prstGeom>
          <a:ln w="158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asellaDiTesto 20"/>
          <p:cNvSpPr txBox="1"/>
          <p:nvPr/>
        </p:nvSpPr>
        <p:spPr>
          <a:xfrm rot="-3000000">
            <a:off x="1156306" y="316451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 smtClean="0"/>
              <a:t>jefbrd_aaaa</a:t>
            </a:r>
            <a:r>
              <a:rPr lang="it-IT" dirty="0" smtClean="0"/>
              <a:t>/IN</a:t>
            </a:r>
            <a:endParaRPr lang="it-IT" dirty="0"/>
          </a:p>
        </p:txBody>
      </p:sp>
      <p:sp>
        <p:nvSpPr>
          <p:cNvPr id="22" name="CasellaDiTesto 21"/>
          <p:cNvSpPr txBox="1"/>
          <p:nvPr/>
        </p:nvSpPr>
        <p:spPr>
          <a:xfrm rot="-2940000">
            <a:off x="1939964" y="3581184"/>
            <a:ext cx="1954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 smtClean="0"/>
              <a:t>jefbrd_aaaa</a:t>
            </a:r>
            <a:r>
              <a:rPr lang="it-IT" dirty="0" smtClean="0"/>
              <a:t>/OUT</a:t>
            </a:r>
            <a:endParaRPr lang="it-IT" dirty="0"/>
          </a:p>
        </p:txBody>
      </p:sp>
      <p:sp>
        <p:nvSpPr>
          <p:cNvPr id="30" name="CasellaDiTesto 29"/>
          <p:cNvSpPr txBox="1"/>
          <p:nvPr/>
        </p:nvSpPr>
        <p:spPr>
          <a:xfrm rot="-2940000">
            <a:off x="2184116" y="3754834"/>
            <a:ext cx="2082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 smtClean="0"/>
              <a:t>jefbrd_aaaa</a:t>
            </a:r>
            <a:r>
              <a:rPr lang="it-IT" dirty="0" smtClean="0"/>
              <a:t>/status</a:t>
            </a:r>
            <a:endParaRPr lang="it-IT" dirty="0"/>
          </a:p>
        </p:txBody>
      </p:sp>
      <p:sp>
        <p:nvSpPr>
          <p:cNvPr id="33" name="CasellaDiTesto 32"/>
          <p:cNvSpPr txBox="1"/>
          <p:nvPr/>
        </p:nvSpPr>
        <p:spPr>
          <a:xfrm>
            <a:off x="3651725" y="1701706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smtClean="0"/>
              <a:t>MQTT Broker</a:t>
            </a:r>
            <a:endParaRPr lang="it-IT" dirty="0"/>
          </a:p>
        </p:txBody>
      </p:sp>
      <p:sp>
        <p:nvSpPr>
          <p:cNvPr id="38" name="CasellaDiTesto 37"/>
          <p:cNvSpPr txBox="1"/>
          <p:nvPr/>
        </p:nvSpPr>
        <p:spPr>
          <a:xfrm>
            <a:off x="7029902" y="4922324"/>
            <a:ext cx="1313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 smtClean="0"/>
              <a:t>JefBOARD</a:t>
            </a:r>
            <a:endParaRPr lang="it-IT" dirty="0"/>
          </a:p>
        </p:txBody>
      </p:sp>
      <p:sp>
        <p:nvSpPr>
          <p:cNvPr id="39" name="Rettangolo arrotondato 38"/>
          <p:cNvSpPr/>
          <p:nvPr/>
        </p:nvSpPr>
        <p:spPr>
          <a:xfrm rot="2940000" flipH="1">
            <a:off x="5901600" y="3044387"/>
            <a:ext cx="2093630" cy="4045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0" name="Rettangolo arrotondato 39"/>
          <p:cNvSpPr/>
          <p:nvPr/>
        </p:nvSpPr>
        <p:spPr>
          <a:xfrm rot="2940000" flipH="1">
            <a:off x="5183949" y="3524376"/>
            <a:ext cx="1980220" cy="7253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1" name="Connettore 2 40"/>
          <p:cNvCxnSpPr/>
          <p:nvPr/>
        </p:nvCxnSpPr>
        <p:spPr>
          <a:xfrm>
            <a:off x="5964614" y="2094507"/>
            <a:ext cx="1967603" cy="2304336"/>
          </a:xfrm>
          <a:prstGeom prst="straightConnector1">
            <a:avLst/>
          </a:prstGeom>
          <a:ln w="158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ttore 2 41"/>
          <p:cNvCxnSpPr/>
          <p:nvPr/>
        </p:nvCxnSpPr>
        <p:spPr>
          <a:xfrm flipH="1" flipV="1">
            <a:off x="5178143" y="2801501"/>
            <a:ext cx="1750537" cy="2047995"/>
          </a:xfrm>
          <a:prstGeom prst="straightConnector1">
            <a:avLst/>
          </a:prstGeom>
          <a:ln w="158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sellaDiTesto 42"/>
          <p:cNvSpPr txBox="1"/>
          <p:nvPr/>
        </p:nvSpPr>
        <p:spPr>
          <a:xfrm rot="3000000" flipH="1">
            <a:off x="5076220" y="3751567"/>
            <a:ext cx="1954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 smtClean="0"/>
              <a:t>jefbrd_aaaa</a:t>
            </a:r>
            <a:r>
              <a:rPr lang="it-IT" dirty="0" smtClean="0"/>
              <a:t>/OUT</a:t>
            </a:r>
            <a:endParaRPr lang="it-IT" dirty="0"/>
          </a:p>
        </p:txBody>
      </p:sp>
      <p:sp>
        <p:nvSpPr>
          <p:cNvPr id="44" name="CasellaDiTesto 43"/>
          <p:cNvSpPr txBox="1"/>
          <p:nvPr/>
        </p:nvSpPr>
        <p:spPr>
          <a:xfrm rot="2940000" flipH="1">
            <a:off x="6099465" y="3040000"/>
            <a:ext cx="1697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 smtClean="0"/>
              <a:t>jefbrd_aaaa</a:t>
            </a:r>
            <a:r>
              <a:rPr lang="it-IT" dirty="0" smtClean="0"/>
              <a:t>/IN</a:t>
            </a:r>
            <a:endParaRPr lang="it-IT" dirty="0"/>
          </a:p>
        </p:txBody>
      </p:sp>
      <p:sp>
        <p:nvSpPr>
          <p:cNvPr id="45" name="CasellaDiTesto 44"/>
          <p:cNvSpPr txBox="1"/>
          <p:nvPr/>
        </p:nvSpPr>
        <p:spPr>
          <a:xfrm rot="2940000" flipH="1">
            <a:off x="5289324" y="3664788"/>
            <a:ext cx="2082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 smtClean="0"/>
              <a:t>jefbrd_aaaa</a:t>
            </a:r>
            <a:r>
              <a:rPr lang="it-IT" dirty="0" smtClean="0"/>
              <a:t>/status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6829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rospettiva">
  <a:themeElements>
    <a:clrScheme name="Prospettiva">
      <a:dk1>
        <a:sysClr val="windowText" lastClr="000000"/>
      </a:dk1>
      <a:lt1>
        <a:sysClr val="window" lastClr="FFFFFF"/>
      </a:lt1>
      <a:dk2>
        <a:srgbClr val="283138"/>
      </a:dk2>
      <a:lt2>
        <a:srgbClr val="FF8600"/>
      </a:lt2>
      <a:accent1>
        <a:srgbClr val="838D9B"/>
      </a:accent1>
      <a:accent2>
        <a:srgbClr val="D2610C"/>
      </a:accent2>
      <a:accent3>
        <a:srgbClr val="80716A"/>
      </a:accent3>
      <a:accent4>
        <a:srgbClr val="94147C"/>
      </a:accent4>
      <a:accent5>
        <a:srgbClr val="5D5AD2"/>
      </a:accent5>
      <a:accent6>
        <a:srgbClr val="6F6C7D"/>
      </a:accent6>
      <a:hlink>
        <a:srgbClr val="6187E3"/>
      </a:hlink>
      <a:folHlink>
        <a:srgbClr val="7B8EB8"/>
      </a:folHlink>
    </a:clrScheme>
    <a:fontScheme name="Office classico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spettiv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alpha val="100000"/>
                <a:satMod val="160000"/>
                <a:lumMod val="105000"/>
              </a:schemeClr>
            </a:gs>
            <a:gs pos="41000">
              <a:schemeClr val="phClr">
                <a:tint val="57000"/>
                <a:satMod val="180000"/>
                <a:lumMod val="99000"/>
              </a:schemeClr>
            </a:gs>
            <a:gs pos="100000">
              <a:schemeClr val="phClr">
                <a:tint val="80000"/>
                <a:satMod val="200000"/>
                <a:lumMod val="104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6000"/>
                <a:satMod val="130000"/>
                <a:lumMod val="114000"/>
              </a:schemeClr>
            </a:gs>
            <a:gs pos="60000">
              <a:schemeClr val="phClr">
                <a:tint val="100000"/>
                <a:satMod val="106000"/>
                <a:lumMod val="110000"/>
              </a:schemeClr>
            </a:gs>
            <a:gs pos="100000">
              <a:schemeClr val="phClr"/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47625" dist="38100" dir="5400000" sy="98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woPt" dir="br">
              <a:rot lat="0" lon="0" rev="8700000"/>
            </a:lightRig>
          </a:scene3d>
          <a:sp3d prstMaterial="matte">
            <a:bevelT w="25400" h="53975"/>
          </a:sp3d>
        </a:effectStyle>
        <a:effectStyle>
          <a:effectLst>
            <a:reflection blurRad="12700" stA="24000" endPos="28000" dist="50800" dir="5400000" sy="-100000" rotWithShape="0"/>
          </a:effectLst>
          <a:scene3d>
            <a:camera prst="orthographicFront">
              <a:rot lat="0" lon="0" rev="0"/>
            </a:camera>
            <a:lightRig rig="threePt" dir="t">
              <a:rot lat="0" lon="0" rev="4800000"/>
            </a:lightRig>
          </a:scene3d>
          <a:sp3d>
            <a:bevelT w="69850" h="3175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80000"/>
                <a:satMod val="100000"/>
                <a:lumMod val="100000"/>
              </a:schemeClr>
            </a:gs>
            <a:gs pos="65000">
              <a:schemeClr val="phClr">
                <a:tint val="100000"/>
                <a:shade val="95000"/>
                <a:satMod val="100000"/>
                <a:lumMod val="100000"/>
              </a:schemeClr>
            </a:gs>
            <a:gs pos="100000">
              <a:schemeClr val="phClr">
                <a:tint val="88000"/>
                <a:shade val="100000"/>
                <a:satMod val="400000"/>
                <a:lumMod val="1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  <a:satMod val="90000"/>
              </a:schemeClr>
              <a:schemeClr val="phClr">
                <a:shade val="92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Perspective</Template>
  <TotalTime>33</TotalTime>
  <Words>11</Words>
  <Application>Microsoft Office PowerPoint</Application>
  <PresentationFormat>Presentazione su schermo (4:3)</PresentationFormat>
  <Paragraphs>9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1</vt:i4>
      </vt:variant>
    </vt:vector>
  </HeadingPairs>
  <TitlesOfParts>
    <vt:vector size="2" baseType="lpstr">
      <vt:lpstr>Prospettiva</vt:lpstr>
      <vt:lpstr>Presentazione standard di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Giuseppe Culotta</dc:creator>
  <cp:lastModifiedBy>Giuseppe Culotta</cp:lastModifiedBy>
  <cp:revision>5</cp:revision>
  <dcterms:created xsi:type="dcterms:W3CDTF">2025-11-19T10:21:56Z</dcterms:created>
  <dcterms:modified xsi:type="dcterms:W3CDTF">2025-11-19T17:03:13Z</dcterms:modified>
</cp:coreProperties>
</file>