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C3F2CCA-C924-4F2B-BC64-D820A5D0C245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B4BC606-386D-442E-826C-FF4934B25632}" type="slidenum">
              <a:rPr lang="it-IT" smtClean="0"/>
              <a:t>‹N›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tangolo arrotondato 31"/>
          <p:cNvSpPr/>
          <p:nvPr/>
        </p:nvSpPr>
        <p:spPr>
          <a:xfrm rot="-2940000">
            <a:off x="1047207" y="3135749"/>
            <a:ext cx="198022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arrotondato 34"/>
          <p:cNvSpPr/>
          <p:nvPr/>
        </p:nvSpPr>
        <p:spPr>
          <a:xfrm rot="-2940000">
            <a:off x="2048879" y="3506649"/>
            <a:ext cx="2093630" cy="737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Nuvola 6"/>
          <p:cNvSpPr/>
          <p:nvPr/>
        </p:nvSpPr>
        <p:spPr>
          <a:xfrm>
            <a:off x="2917154" y="844186"/>
            <a:ext cx="3047460" cy="2084373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/>
          <p:cNvSpPr/>
          <p:nvPr/>
        </p:nvSpPr>
        <p:spPr>
          <a:xfrm>
            <a:off x="415574" y="4642178"/>
            <a:ext cx="1584176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Client MQTT</a:t>
            </a:r>
            <a:endParaRPr lang="it-IT" dirty="0"/>
          </a:p>
        </p:txBody>
      </p:sp>
      <p:sp>
        <p:nvSpPr>
          <p:cNvPr id="6" name="Rettangolo 5"/>
          <p:cNvSpPr/>
          <p:nvPr/>
        </p:nvSpPr>
        <p:spPr>
          <a:xfrm>
            <a:off x="7054796" y="4584587"/>
            <a:ext cx="1584176" cy="1097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5" name="Connettore 2 14"/>
          <p:cNvCxnSpPr/>
          <p:nvPr/>
        </p:nvCxnSpPr>
        <p:spPr>
          <a:xfrm flipH="1">
            <a:off x="2209280" y="3018938"/>
            <a:ext cx="1604385" cy="1848648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/>
          <p:cNvCxnSpPr/>
          <p:nvPr/>
        </p:nvCxnSpPr>
        <p:spPr>
          <a:xfrm flipV="1">
            <a:off x="1056367" y="2282783"/>
            <a:ext cx="1871043" cy="2204547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 rot="-3000000">
            <a:off x="1156306" y="316451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jefbrd_aaaa</a:t>
            </a:r>
            <a:r>
              <a:rPr lang="it-IT" dirty="0" smtClean="0"/>
              <a:t>/IN</a:t>
            </a:r>
            <a:endParaRPr lang="it-IT" dirty="0"/>
          </a:p>
        </p:txBody>
      </p:sp>
      <p:sp>
        <p:nvSpPr>
          <p:cNvPr id="22" name="CasellaDiTesto 21"/>
          <p:cNvSpPr txBox="1"/>
          <p:nvPr/>
        </p:nvSpPr>
        <p:spPr>
          <a:xfrm rot="-2940000">
            <a:off x="1939964" y="3581184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jefbrd_aaaa</a:t>
            </a:r>
            <a:r>
              <a:rPr lang="it-IT" dirty="0" smtClean="0"/>
              <a:t>/OUT</a:t>
            </a:r>
            <a:endParaRPr lang="it-IT" dirty="0"/>
          </a:p>
        </p:txBody>
      </p:sp>
      <p:sp>
        <p:nvSpPr>
          <p:cNvPr id="30" name="CasellaDiTesto 29"/>
          <p:cNvSpPr txBox="1"/>
          <p:nvPr/>
        </p:nvSpPr>
        <p:spPr>
          <a:xfrm rot="-2940000">
            <a:off x="2184116" y="375483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jefbrd_aaaa</a:t>
            </a:r>
            <a:r>
              <a:rPr lang="it-IT" dirty="0" smtClean="0"/>
              <a:t>/status</a:t>
            </a:r>
            <a:endParaRPr lang="it-IT" dirty="0"/>
          </a:p>
        </p:txBody>
      </p:sp>
      <p:sp>
        <p:nvSpPr>
          <p:cNvPr id="33" name="CasellaDiTesto 32"/>
          <p:cNvSpPr txBox="1"/>
          <p:nvPr/>
        </p:nvSpPr>
        <p:spPr>
          <a:xfrm>
            <a:off x="3651725" y="1701706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MQTT Broker</a:t>
            </a:r>
            <a:endParaRPr lang="it-IT" dirty="0"/>
          </a:p>
        </p:txBody>
      </p:sp>
      <p:sp>
        <p:nvSpPr>
          <p:cNvPr id="38" name="CasellaDiTesto 37"/>
          <p:cNvSpPr txBox="1"/>
          <p:nvPr/>
        </p:nvSpPr>
        <p:spPr>
          <a:xfrm>
            <a:off x="7029902" y="492232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JefBOARD</a:t>
            </a:r>
            <a:endParaRPr lang="it-IT" dirty="0"/>
          </a:p>
        </p:txBody>
      </p:sp>
      <p:sp>
        <p:nvSpPr>
          <p:cNvPr id="39" name="Rettangolo arrotondato 38"/>
          <p:cNvSpPr/>
          <p:nvPr/>
        </p:nvSpPr>
        <p:spPr>
          <a:xfrm rot="2940000" flipH="1">
            <a:off x="6035577" y="2863746"/>
            <a:ext cx="2093630" cy="7372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arrotondato 39"/>
          <p:cNvSpPr/>
          <p:nvPr/>
        </p:nvSpPr>
        <p:spPr>
          <a:xfrm rot="2940000" flipH="1">
            <a:off x="5168982" y="3654466"/>
            <a:ext cx="198022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1" name="Connettore 2 40"/>
          <p:cNvCxnSpPr/>
          <p:nvPr/>
        </p:nvCxnSpPr>
        <p:spPr>
          <a:xfrm>
            <a:off x="5964614" y="2094507"/>
            <a:ext cx="1967603" cy="230433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/>
          <p:cNvCxnSpPr/>
          <p:nvPr/>
        </p:nvCxnSpPr>
        <p:spPr>
          <a:xfrm flipH="1" flipV="1">
            <a:off x="5178143" y="2801501"/>
            <a:ext cx="1750537" cy="2047995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/>
          <p:cNvSpPr txBox="1"/>
          <p:nvPr/>
        </p:nvSpPr>
        <p:spPr>
          <a:xfrm rot="3000000" flipH="1">
            <a:off x="5181901" y="3683231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jefbrd_aaaa</a:t>
            </a:r>
            <a:r>
              <a:rPr lang="it-IT" dirty="0" smtClean="0"/>
              <a:t>/OUT</a:t>
            </a:r>
            <a:endParaRPr lang="it-IT" dirty="0"/>
          </a:p>
        </p:txBody>
      </p:sp>
      <p:sp>
        <p:nvSpPr>
          <p:cNvPr id="44" name="CasellaDiTesto 43"/>
          <p:cNvSpPr txBox="1"/>
          <p:nvPr/>
        </p:nvSpPr>
        <p:spPr>
          <a:xfrm rot="2940000" flipH="1">
            <a:off x="6244043" y="282667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jefbrd_aaaa</a:t>
            </a:r>
            <a:r>
              <a:rPr lang="it-IT" dirty="0" smtClean="0"/>
              <a:t>/IN</a:t>
            </a:r>
            <a:endParaRPr lang="it-IT" dirty="0"/>
          </a:p>
        </p:txBody>
      </p:sp>
      <p:sp>
        <p:nvSpPr>
          <p:cNvPr id="45" name="CasellaDiTesto 44"/>
          <p:cNvSpPr txBox="1"/>
          <p:nvPr/>
        </p:nvSpPr>
        <p:spPr>
          <a:xfrm rot="2940000" flipH="1">
            <a:off x="5940311" y="3185177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jefbrd_aaaa</a:t>
            </a:r>
            <a:r>
              <a:rPr lang="it-IT" dirty="0" smtClean="0"/>
              <a:t>/status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7682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ospettiva">
  <a:themeElements>
    <a:clrScheme name="Prospettiva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spetti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32</TotalTime>
  <Words>11</Words>
  <Application>Microsoft Office PowerPoint</Application>
  <PresentationFormat>Presentazione su schermo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2" baseType="lpstr">
      <vt:lpstr>Prospettiva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Giuseppe Culotta</dc:creator>
  <cp:lastModifiedBy>Giuseppe Culotta</cp:lastModifiedBy>
  <cp:revision>4</cp:revision>
  <dcterms:created xsi:type="dcterms:W3CDTF">2025-11-19T10:21:56Z</dcterms:created>
  <dcterms:modified xsi:type="dcterms:W3CDTF">2025-11-19T10:54:22Z</dcterms:modified>
</cp:coreProperties>
</file>